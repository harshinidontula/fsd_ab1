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pptx_work/slides/grad_top_blu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4" name="Image 1" descr="/home/z/my-project/pptx_work/slides/projec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634901"/>
            <a:ext cx="114300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1968401"/>
            <a:ext cx="8595062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NACC Portal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1079406" y="2667000"/>
            <a:ext cx="69848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BED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Flask + Supabase Evidence Submission System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810000" y="3149501"/>
            <a:ext cx="1524000" cy="381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371600" y="3365450"/>
            <a:ext cx="6400800" cy="52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0C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secure, efficient digital platform for collecting, managing, and tracking evidence submissions powered by Flask and Supabase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98283" y="5448300"/>
            <a:ext cx="20377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8F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696885" y="5676900"/>
            <a:ext cx="193916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0E8F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D. Kavya Latha Harshini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696885" y="5886450"/>
            <a:ext cx="193916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0E8F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B. Pavan Kalyan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96885" y="6096000"/>
            <a:ext cx="193916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0E8F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A. Chandini Sri Latha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98283" y="6305550"/>
            <a:ext cx="203776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N. Ramakrishna</a:t>
            </a:r>
            <a:endParaRPr lang="en-US" sz="1200" dirty="0"/>
          </a:p>
        </p:txBody>
      </p:sp>
      <p:pic>
        <p:nvPicPr>
          <p:cNvPr id="14" name="Image 2" descr="/home/z/my-project/pptx_work/slides/grad_bottom_blu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1515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283387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15901"/>
            <a:ext cx="8321040" cy="117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</a:t>
            </a:r>
            <a:pPr algn="l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NACC Portal</a:t>
            </a:r>
            <a:pPr algn="l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is a web-based evidence submission and management system designed to streamline the process of collecting, organizing, and tracking digital evidence. Built with </a:t>
            </a:r>
            <a:pPr algn="l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Flask</a:t>
            </a:r>
            <a:pPr algn="l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(Python) as the backend framework and </a:t>
            </a:r>
            <a:pPr algn="l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Supabase</a:t>
            </a:r>
            <a:pPr algn="l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as the cloud database and authentication service, the system provides a secure and scalable solution for managing evidence workflows.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2158901"/>
            <a:ext cx="2489150" cy="209996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2158901"/>
            <a:ext cx="0" cy="2099965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5825" y="2387501"/>
            <a:ext cx="271852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5825" y="2689027"/>
            <a:ext cx="2083542" cy="14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Flask serves as the lightweight yet powerful Python web framework, handling routing, session management, and API endpoints for evidence CRUD operations.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27350" y="2158901"/>
            <a:ext cx="2489150" cy="209996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51163" y="2158901"/>
            <a:ext cx="0" cy="2099965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3575" y="2387501"/>
            <a:ext cx="271852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03575" y="2689027"/>
            <a:ext cx="2083542" cy="14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Supabase provides a PostgreSQL database with real-time capabilities, built-in authentication, row-level security, and RESTful API access.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45101" y="2158901"/>
            <a:ext cx="2489150" cy="1876425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68913" y="2158901"/>
            <a:ext cx="0" cy="1876425"/>
          </a:xfrm>
          <a:prstGeom prst="line">
            <a:avLst/>
          </a:prstGeom>
          <a:noFill/>
          <a:ln w="47625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1326" y="2387501"/>
            <a:ext cx="271852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CC7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1326" y="2689027"/>
            <a:ext cx="2083542" cy="120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Role-based access control, JWT authentication, encrypted file storage, and audit logging ensure evidence remains tamper-proof and traceable.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62640" y="6604099"/>
            <a:ext cx="375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4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262403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1590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104900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1015901"/>
            <a:ext cx="7924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Digitize Evidence 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276201"/>
            <a:ext cx="7680960" cy="467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Replace manual, paper-based evidence collection with a fully digital workflow that reduces errors, improves data integrity, and accelerates the entire submission process from hours to minutes.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4940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1101" y="2438400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2349401"/>
            <a:ext cx="7924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Ensure Secure Data Handling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19200" y="2609701"/>
            <a:ext cx="7680960" cy="467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 end-to-end encryption, role-based access control, and comprehensive audit trails to guarantee that sensitive evidence data remains protected from unauthorized access at every stage.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368290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1101" y="3771900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682901"/>
            <a:ext cx="7924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Real-Time Tracking &amp; Notifications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19200" y="3943201"/>
            <a:ext cx="7680960" cy="467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Provide instant status updates, email notifications, and a real-time dashboard so all stakeholders can monitor evidence submissions, reviews, and resolutions as they happen.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501640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1101" y="5105400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9200" y="5016401"/>
            <a:ext cx="7924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B5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Scalable &amp; Maintainable Architecture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19200" y="5276701"/>
            <a:ext cx="7680960" cy="467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Leverage cloud-native infrastructure with Supabase to ensure the system scales effortlessly with growing data volumes while keeping code maintainable and deployment simple.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62640" y="6604099"/>
            <a:ext cx="375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4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38342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9401" y="990600"/>
            <a:ext cx="4444901" cy="695176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 w="19050">
            <a:solidFill>
              <a:srgbClr val="1E5F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48111" y="1136600"/>
            <a:ext cx="484748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 - HTML / CSS / 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111" y="1387376"/>
            <a:ext cx="4847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7A9B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 Interface | File Upload |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33900" y="1625501"/>
            <a:ext cx="25301" cy="253901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44901" y="1841450"/>
            <a:ext cx="22868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49401" y="2031950"/>
            <a:ext cx="4444901" cy="695176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 w="19050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8111" y="2177951"/>
            <a:ext cx="484748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Flask Backend (Python)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111" y="2428726"/>
            <a:ext cx="4847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B58A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Routing | API Endpoints | Session Mgmt | 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3900" y="2667000"/>
            <a:ext cx="25301" cy="253901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44901" y="2882801"/>
            <a:ext cx="22868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600" y="3149501"/>
            <a:ext cx="2489150" cy="666601"/>
          </a:xfrm>
          <a:prstGeom prst="roundRect">
            <a:avLst>
              <a:gd name="adj" fmla="val 15242"/>
            </a:avLst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4524" y="3295501"/>
            <a:ext cx="303930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Supabase Auth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8055" y="3517702"/>
            <a:ext cx="2892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7AB5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JWT Tokens | RBAC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7350" y="3149501"/>
            <a:ext cx="2489150" cy="666601"/>
          </a:xfrm>
          <a:prstGeom prst="roundRect">
            <a:avLst>
              <a:gd name="adj" fmla="val 15242"/>
            </a:avLst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52274" y="3295501"/>
            <a:ext cx="303930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Supabase 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25806" y="3517702"/>
            <a:ext cx="2892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A07A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PostgreSQL | RLS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45101" y="3149501"/>
            <a:ext cx="2489150" cy="666601"/>
          </a:xfrm>
          <a:prstGeom prst="roundRect">
            <a:avLst>
              <a:gd name="adj" fmla="val 15242"/>
            </a:avLst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3556" y="3295501"/>
            <a:ext cx="28922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Supabase 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43556" y="3517702"/>
            <a:ext cx="2892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C49A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File Buckets | CDN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33900" y="3936950"/>
            <a:ext cx="25301" cy="253901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44901" y="4152900"/>
            <a:ext cx="22868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49401" y="4444901"/>
            <a:ext cx="4444901" cy="628501"/>
          </a:xfrm>
          <a:prstGeom prst="roundRect">
            <a:avLst>
              <a:gd name="adj" fmla="val 16165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27156" y="4571851"/>
            <a:ext cx="488939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BED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Infrastructure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27156" y="4794052"/>
            <a:ext cx="48893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A8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Supabase Cloud | SSL/TLS | Automated Backups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62640" y="6604099"/>
            <a:ext cx="375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4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229844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90600"/>
            <a:ext cx="3860750" cy="1370261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009650"/>
            <a:ext cx="3860750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1231850"/>
            <a:ext cx="431806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750" y="1508075"/>
            <a:ext cx="3627172" cy="70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Secure login/signup with Supabase Auth, password recovery, email verification, and session management with JWT tokens for role-based access.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73501" y="990600"/>
            <a:ext cx="3860750" cy="1370261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73501" y="1009650"/>
            <a:ext cx="3860750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651" y="1231850"/>
            <a:ext cx="426734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 Upload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6651" y="1508075"/>
            <a:ext cx="3627172" cy="70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Drag-and-drop file uploads supporting multiple formats (images, documents, videos) with automatic metadata extraction and organized storage.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2946350"/>
            <a:ext cx="3860750" cy="1370261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" y="2965400"/>
            <a:ext cx="386075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3187601"/>
            <a:ext cx="431806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Dashboard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750" y="3463826"/>
            <a:ext cx="3627172" cy="70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Interactive dashboard with real-time statistics, submission trends, status breakdowns, and visual charts for administrators to monitor the system.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3501" y="2946350"/>
            <a:ext cx="3860750" cy="1370261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73501" y="2965400"/>
            <a:ext cx="3860750" cy="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651" y="3187601"/>
            <a:ext cx="426734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B5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6651" y="3463826"/>
            <a:ext cx="3627172" cy="70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lifecycle tracking from submission to resolution with status updates, review comments, timestamps, and email notifications.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4902101"/>
            <a:ext cx="3860750" cy="1370261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4921151"/>
            <a:ext cx="38607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750" y="5143351"/>
            <a:ext cx="431806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750" y="5419576"/>
            <a:ext cx="3627172" cy="70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Advanced search with multiple filters including date range, category, status, and submitter. Full-text search across evidence metadata.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73501" y="4902101"/>
            <a:ext cx="3860750" cy="1370261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73501" y="4921151"/>
            <a:ext cx="386075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651" y="5143351"/>
            <a:ext cx="426734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6651" y="5419576"/>
            <a:ext cx="3627172" cy="70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Comprehensive audit trail logging every action: uploads, downloads, status changes, and access events for full accountability.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62640" y="6604099"/>
            <a:ext cx="375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4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1953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41350"/>
            <a:ext cx="762000" cy="330101"/>
          </a:xfrm>
          <a:prstGeom prst="roundRect">
            <a:avLst>
              <a:gd name="adj" fmla="val 1538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092101"/>
            <a:ext cx="99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24000" y="110490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1E5F8C"/>
          </a:solidFill>
          <a:ln w="38100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54101" y="1041350"/>
            <a:ext cx="728989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 Registration &amp;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54101" y="1279475"/>
            <a:ext cx="701415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 users register via email with verification. Returning users authenticate securely. Roles (Admin, Officer, Submitter) are assigned with granular permissions.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333500"/>
            <a:ext cx="25301" cy="1079450"/>
          </a:xfrm>
          <a:prstGeom prst="rect">
            <a:avLst/>
          </a:prstGeom>
          <a:solidFill>
            <a:srgbClr val="D0E0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2438400"/>
            <a:ext cx="762000" cy="330101"/>
          </a:xfrm>
          <a:prstGeom prst="roundRect">
            <a:avLst>
              <a:gd name="adj" fmla="val 1538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2489150"/>
            <a:ext cx="99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24000" y="250180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F6B2B"/>
          </a:solidFill>
          <a:ln w="38100">
            <a:solidFill>
              <a:srgbClr val="1E5F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54101" y="2438400"/>
            <a:ext cx="728989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 Submission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54101" y="2676525"/>
            <a:ext cx="701415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Submitter fills the evidence form, attaches supporting files (images, documents, videos), selects category, adds description, and submits for review.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730401"/>
            <a:ext cx="25301" cy="1079450"/>
          </a:xfrm>
          <a:prstGeom prst="rect">
            <a:avLst/>
          </a:prstGeom>
          <a:solidFill>
            <a:srgbClr val="D0E0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3835301"/>
            <a:ext cx="762000" cy="330101"/>
          </a:xfrm>
          <a:prstGeom prst="roundRect">
            <a:avLst>
              <a:gd name="adj" fmla="val 15389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" y="3886051"/>
            <a:ext cx="99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4000" y="38988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ECC71"/>
          </a:solidFill>
          <a:ln w="38100">
            <a:solidFill>
              <a:srgbClr val="1E5F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54101" y="3835301"/>
            <a:ext cx="728989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Admin Review &amp; Verification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54101" y="4073426"/>
            <a:ext cx="701415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Admin reviews submitted evidence, verifies authenticity, can request additional information, approve, or reject with detailed feedback and comments.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4127450"/>
            <a:ext cx="25301" cy="1079450"/>
          </a:xfrm>
          <a:prstGeom prst="rect">
            <a:avLst/>
          </a:prstGeom>
          <a:solidFill>
            <a:srgbClr val="D0E0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5232350"/>
            <a:ext cx="762000" cy="330101"/>
          </a:xfrm>
          <a:prstGeom prst="roundRect">
            <a:avLst>
              <a:gd name="adj" fmla="val 15389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5300" y="5283101"/>
            <a:ext cx="99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24000" y="529590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9B59B6"/>
          </a:solidFill>
          <a:ln w="38100">
            <a:solidFill>
              <a:srgbClr val="1E5F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854101" y="5232350"/>
            <a:ext cx="728989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B5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Archival &amp; Reporting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54101" y="5470475"/>
            <a:ext cx="701415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Approved evidence is archived securely. Automated reports are generated. Stakeholders receive notifications. Full audit trail is maintained for compliance.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62640" y="6604099"/>
            <a:ext cx="375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4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92031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Issues &amp; Improvements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90600"/>
            <a:ext cx="3860750" cy="3911352"/>
          </a:xfrm>
          <a:prstGeom prst="roundRect">
            <a:avLst>
              <a:gd name="adj" fmla="val 2632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009650"/>
            <a:ext cx="386075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1231850"/>
            <a:ext cx="431806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Challenges Faced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50" y="1568351"/>
            <a:ext cx="43180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File Size Limitations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750" y="1758851"/>
            <a:ext cx="36271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Supabase free tier storage limits and upload size restrictions required implementing client-side compression and chunked uploads for large evidence files.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750" y="2724001"/>
            <a:ext cx="43180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Real-Time Sync Complexity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2750" y="2914501"/>
            <a:ext cx="36271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Managing real-time subscriptions across multiple clients while preventing race conditions and ensuring data consistency proved challenging during concurrent operations.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750" y="3879652"/>
            <a:ext cx="43180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Authentication Edge Cases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750" y="4070152"/>
            <a:ext cx="362717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Handling token expiry, session recovery, and multi-device login scenarios required custom middleware and careful error handling to maintain user experience.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73501" y="990600"/>
            <a:ext cx="3860750" cy="3701802"/>
          </a:xfrm>
          <a:prstGeom prst="roundRect">
            <a:avLst>
              <a:gd name="adj" fmla="val 2745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73501" y="1009650"/>
            <a:ext cx="386075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651" y="1231850"/>
            <a:ext cx="42673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6651" y="1568351"/>
            <a:ext cx="426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AI-Powered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6651" y="1758851"/>
            <a:ext cx="362717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 machine learning models for automatic evidence classification, duplicate detection, and content summarization to reduce manual review workload.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6651" y="2514451"/>
            <a:ext cx="426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6651" y="2704951"/>
            <a:ext cx="362717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Develop a dedicated mobile app (React Native/Flutter) for field officers to capture and submit evidence directly from smartphones with camera integration.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6651" y="3460552"/>
            <a:ext cx="42673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Advanced Reporting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6651" y="3651052"/>
            <a:ext cx="36271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62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customizable report builder with PDF export, scheduled automated reports, data visualization dashboards, and integration with external analytics tools.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62640" y="6604099"/>
            <a:ext cx="375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4B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x_work/slides/grad_top_orang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169" y="1015901"/>
            <a:ext cx="8636000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936950" y="1650950"/>
            <a:ext cx="1269950" cy="381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104852" y="1905000"/>
            <a:ext cx="6934148" cy="88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8ABED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NACC Portal represents a significant step forward in digitizing evidence management. By leveraging modern technologies like Flask and Supabase, we have built a secure, scalable, and user-friendly platform that addresses critical workflow challenges.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04852" y="2975521"/>
            <a:ext cx="6934148" cy="52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2400"/>
              </a:spcAft>
              <a:buNone/>
            </a:pPr>
            <a:r>
              <a:rPr lang="en-US" sz="1200" dirty="0">
                <a:solidFill>
                  <a:srgbClr val="A0C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welcome your questions, feedback, and suggestions for future enhancements to make this system even more robust and impactful.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667000" y="4317950"/>
            <a:ext cx="3810000" cy="644426"/>
          </a:xfrm>
          <a:prstGeom prst="roundRect">
            <a:avLst>
              <a:gd name="adj" fmla="val 1576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486978" y="4530626"/>
            <a:ext cx="417004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Questions &amp; Discussion</a:t>
            </a:r>
            <a:endParaRPr lang="en-US" sz="1500" dirty="0"/>
          </a:p>
        </p:txBody>
      </p:sp>
      <p:pic>
        <p:nvPicPr>
          <p:cNvPr id="9" name="Image 1" descr="/home/z/my-project/pptx_work/slides/grad_bottom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5150"/>
            <a:ext cx="9144000" cy="38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62640" y="6604099"/>
            <a:ext cx="3750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8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NACC Portal Team</dc:creator>
  <cp:lastModifiedBy>NACC Portal Team</cp:lastModifiedBy>
  <cp:revision>1</cp:revision>
  <dcterms:created xsi:type="dcterms:W3CDTF">2026-04-27T16:34:08Z</dcterms:created>
  <dcterms:modified xsi:type="dcterms:W3CDTF">2026-04-27T16:34:08Z</dcterms:modified>
</cp:coreProperties>
</file>